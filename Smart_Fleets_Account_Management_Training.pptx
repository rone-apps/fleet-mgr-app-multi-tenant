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E52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12192000" cy="1828800"/>
          </a:xfrm>
          <a:prstGeom prst="rect">
            <a:avLst/>
          </a:prstGeom>
          <a:solidFill>
            <a:srgbClr val="2D3E3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Management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0C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Manual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corporate customers, trip charges, invoices, and payments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•  For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E52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Navigation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276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layout, cards, and statistics dashboard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Customers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221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edit, filter, and manage corporate accounts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Charges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8163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charges by customer, mark paid, bulk edit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Charges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4107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across all charge records with advanced filters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005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send, download, and manage invoices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&amp; Cancellations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599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payments and cancel invoices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937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Permissions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5193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do what in Account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532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63040" y="5532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&amp; Best Practices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788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tips for efficient account management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  |  Account Management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E52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Navigation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Access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 Account Management  from the left sidebar menu.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/account-management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Layout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13716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Banner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totals: customers, charges (paid/unpaid), collection rate, outstanding balance. Updates with filters.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13716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Navigation Cards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card to expand its section. Click again to collapse. Only one section open at a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137160" cy="5486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Content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section opens below the cards with its own filters, table, and actions.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Cards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0" y="182880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8096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Customers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8096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corporate accounts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288036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8096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Charges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0" y="3319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 by customer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393192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68096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Charges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80960" y="4370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all records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4983480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80960" y="5074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80960" y="5422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&amp; manage invoices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  |  Account Management Training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E52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statistics banner at the top shows real-time metrics pulled from the backend. These update automatically when you apply filters.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91840" y="20116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862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862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20116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🧾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Charges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2084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$45,230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(312 charges)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61120" y="20116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982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💵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554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Charges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55548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5548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(264 paid)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 Charges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$7,130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(48 unpaid)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34747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290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88620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Rate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8620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84.2%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88620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34747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cccccc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636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7208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$7,130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57200" y="51206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Tip: Statistics automatically update when you filter by customer name, cab ID, driver ID, or date range in the All Charges section.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  |  Account Management Training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Customers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View: Only customers with outstanding balance are shown.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 "Show All Customers"  to see all accounts.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Available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Account ID — search by unique account identifier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Company Name — partial match 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Status — Active, Inactive, or 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Account Type — One Time User, Party Account, Corporate, Personal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Columns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56032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Account ID (chip badge)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290779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Company Name (bold)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325526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Account Type (color-coded chip)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0" y="360273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Contact Person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3950208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Phone Number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429768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Credit Limit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464515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Outstanding Balance (red if &gt; 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499262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Status (Active/Inactive chip)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534009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Actions (Edit, Toggle, Invoice)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 Row: Shows TOTALS for Credit Limit and Outstanding Balance across all displayed customers.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  |  Account Management Training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Customers — 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Customer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Click "Add Customer" button (top right)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Fill in: Company Name, Account ID, Account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5237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Set Contact Person, Phone, Email, Address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8254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Set Credit Limit and Billing Cycle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127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Click Save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Customer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Click the pencil icon (✏️) on the row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221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Modify any field in the dialog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5237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Click Save to update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Active/Inactive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Click the toggle icon on the row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690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Confirms immediately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992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Inactive customers hidden by default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Invoice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Click the document icon (📄) on the row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4690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Select date range for charges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4992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Review charges to include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5294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Click Generate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a customer row navigates to Trip Charges for that customer.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  |  Account Management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Charges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and manage charges for a specific customer account.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Select a customer from the dropdown (or click a row in Customers card)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700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Charges for that customer are loaded automatically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05409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Filter by date range (Start Date / End Date)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43814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Click "Filter" to apply date range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82219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View charge details: Trip Date, Cab #, Driver, Fare, Tip, Total, Paid status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2377440"/>
            <a:ext cx="109728" cy="5943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Charge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26700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charge for the selected customer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3200400"/>
            <a:ext cx="109728" cy="5943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as Paid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3493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individual charge paid/unpaid status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4023360"/>
            <a:ext cx="109728" cy="5943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Edit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43159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multiple charges, edit paid status or amounts in batch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4846320"/>
            <a:ext cx="109728" cy="5943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Charge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51389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an existing charge's details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Bulk Edit: Enter bulk edit mode → check charges to modify → change values → click Save → confirm in dialog.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  |  Account Management Training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Charges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filter across ALL charge records, regardless of customer.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Filters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Name: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company/customer 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 ID: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charges for a specific cab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ID: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charges for a specific driver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Date / End Date: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 filter for trip dates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Status: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All, Paid Only, or Unpaid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View all charges in one unified table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Customer name shown on each row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Sortable columns for easy 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Bulk edit mode works here too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Statistics banner updates with applied filters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Export-ready data for reporting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  |  Account Management Training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send, and manage invoices for corporate customer accounts.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Lifecycle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created, not yet sent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5176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26080" y="24688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customer via email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20640" y="24688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recorded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088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0" y="24688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PAID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payment received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23544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09760" y="24688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09760" y="2971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voided with reason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Filters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3891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Filter by Customer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Filter by Status (Draft, Sent, Paid, Partially Paid, Cancelled, Overdue)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Table Shows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4389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Invoice #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4663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Customer Name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40880" y="4937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Date Range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5212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Total Amount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54864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Paid Amount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5760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Balance Due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6035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Status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6309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  |  Account Management Training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Actions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Invoice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Go to Customers → click 📄 icon on a customer row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Or use Invoices card → click Generate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4323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Select date range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Review included charges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035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Click Generate Invoice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Invoice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Open invoice from the Invoices table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130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Click "Send" or "Send via Email"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4323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Invoice PDF is emailed to customer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7340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Status changes to SENT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Payment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Click $ icon on an invoice row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690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Enter payment amount and date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992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Select payment method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5294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Add reference number (optional)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55961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Click Record Payment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84048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Invoice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Click cancel icon on an invoice row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4690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Enter cancellation reason (required)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4992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Confirm cancellation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5294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Status changes to CANCELLED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55961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Charges are released back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  |  Account Management Training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Details &amp; PDF Download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"View" on an invoice opens the Invoice Details dialog with full breakdown.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Details Dialog Shows: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Invoice number and date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81635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Customer name and account info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16382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Date range covered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51129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Itemized list of all included charges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85876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Subtotal, taxes, and total amount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 history (if any payments recorded)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55371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Outstanding balance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Actions from Details: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0664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PDF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invoice as PDF 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066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via Email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PDF directly to customer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0664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Payment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 payment against this invoice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0664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Invoice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 the invoice with a reason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  |  Account Management Training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E52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Permissions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 Admin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Dispatcher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 customers &amp; charges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/ edit customers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/ edit charges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 charges as paid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Bulk edit charges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 invoices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 invoices via email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 payments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 invoices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371600"/>
            <a:ext cx="10972800" cy="411480"/>
          </a:xfrm>
          <a:prstGeom prst="rect">
            <a:avLst/>
          </a:prstGeom>
          <a:solidFill>
            <a:srgbClr val="3E5244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Super Admin inherits all permissions automatically through the role hierarchy.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  |  Account Management Training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3E52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&amp;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Invoice Workflow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At month end, go to Account Customers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7627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Click the invoice icon on each customer with a balance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52374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Set date range to the billing month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87121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Generate invoice → Review → Send via Email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Charge 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182880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 All Charges to get a global 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217627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Filter by date range and Unpaid status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52374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Bulk Edit to mark multiple as paid at once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87121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Check the statistics banner to verify totals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Compare Outstanding Balance in customer table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64515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Cross-reference with Collection Rate in stats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99262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date filters to isolate specific periods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34009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Download invoice PDFs for record-keeping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 to Avoid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29768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Don't forget to check "Show All Customers" if searching for inactive accounts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464515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Always verify date range before generating an invoice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499262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Record payments promptly to keep balances accurate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534009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Cancelled invoices cannot be uncancelled — double check before confirming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Fleets  |  Account Management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E524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C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Management Training Complete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questions or support, contact your system administrator.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www.smartfleets.ai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Smart Fleets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Fleets - Account Management Training Manual</dc:title>
  <dc:subject>PptxGenJS Presentation</dc:subject>
  <dc:creator>Smart Fleets</dc:creator>
  <cp:lastModifiedBy>Smart Fleets</cp:lastModifiedBy>
  <cp:revision>1</cp:revision>
  <dcterms:created xsi:type="dcterms:W3CDTF">2026-03-19T02:21:30Z</dcterms:created>
  <dcterms:modified xsi:type="dcterms:W3CDTF">2026-03-19T02:21:30Z</dcterms:modified>
</cp:coreProperties>
</file>